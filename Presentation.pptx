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61" r:id="rId5"/>
    <p:sldId id="259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DB4432-DF5B-409F-8BB5-465BBAE20100}" type="datetimeFigureOut">
              <a:rPr lang="en-US" smtClean="0"/>
              <a:t>18/06/2025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93CF18-BEAB-4D03-8822-486533758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2867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V1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93CF18-BEAB-4D03-8822-4865337587E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5623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E7D4E9-61F0-92CD-6277-C25C17A41B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91683F-9FE6-4705-3A44-9EF5381817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C957AE-F1B9-1448-FD8B-37BA5216A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2BB71-A338-4CB2-B2C4-61361743721C}" type="datetimeFigureOut">
              <a:rPr lang="en-US" smtClean="0"/>
              <a:t>18/06/2025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E64FFD-4005-5D0B-CD86-3FE81CA38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C9015F-9D1A-9610-5960-BEFC0D64A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259703-6C32-440F-85AC-F3BD752E9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1733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F4D6E-E701-6B62-9595-866E72F66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61E175-5E49-DFAD-640D-D9F2731803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D30C33-D0BF-F1BC-6930-303417CE9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2BB71-A338-4CB2-B2C4-61361743721C}" type="datetimeFigureOut">
              <a:rPr lang="en-US" smtClean="0"/>
              <a:t>18/06/2025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CFC46E-3908-BDA2-5A37-9AC0118F3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13E5D6-AD0F-560F-94CB-6180CFD14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259703-6C32-440F-85AC-F3BD752E9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880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1C895-8713-2FE8-34DB-BCAAE3A69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1A2464-12AD-0021-3FFD-35B6BA9B26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343673-C0B0-FFF9-15C7-307B5FB18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2BB71-A338-4CB2-B2C4-61361743721C}" type="datetimeFigureOut">
              <a:rPr lang="en-US" smtClean="0"/>
              <a:t>18/06/2025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7320FE-8693-3B5D-6096-D8305CF28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57FAC1-9D9A-FBBE-AA20-B4CF50307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259703-6C32-440F-85AC-F3BD752E9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4506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C59AC-3F2E-CE9B-6765-95CBFA95C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D6CAC-8FD9-2660-0244-4A225553DC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F4F7A5-532A-341E-77B8-46AEBE6D46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3A37A0-5259-7543-A015-A45A1E75BA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2BB71-A338-4CB2-B2C4-61361743721C}" type="datetimeFigureOut">
              <a:rPr lang="en-US" smtClean="0"/>
              <a:t>18/06/2025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846A28-6272-4B12-FB06-4E581E05F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8756B8-8B01-EC9B-6879-AC0128ABC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259703-6C32-440F-85AC-F3BD752E9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1596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0BA32-0BF3-4CB0-E8E6-8171367410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875216-71D3-027D-621A-1D438AD9EA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8D8E3D-3B2C-3687-6537-5064DAC594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F343BE-1C96-F64B-BD7F-748AF61009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76502A-3448-B85D-93EA-FB513F0D7C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32E21FC-CC8A-6D31-9767-BF50F77DF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2BB71-A338-4CB2-B2C4-61361743721C}" type="datetimeFigureOut">
              <a:rPr lang="en-US" smtClean="0"/>
              <a:t>18/06/2025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B2462C4-95D9-76F1-44AE-32333C161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8E006BC-2227-2762-1B1D-EB28C311B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259703-6C32-440F-85AC-F3BD752E9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3835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3B12D8-7DD4-AF0D-68A4-F9780C9C2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69B82E-51CC-E9BD-793F-14B838E56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2BB71-A338-4CB2-B2C4-61361743721C}" type="datetimeFigureOut">
              <a:rPr lang="en-US" smtClean="0"/>
              <a:t>18/06/2025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A19CA4-9E96-1AF9-C6CF-66094C045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CB50D9-8320-8EBD-8FAA-FCD98002B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259703-6C32-440F-85AC-F3BD752E9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0511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3711E9-1107-B209-1714-EC87F4E2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2BB71-A338-4CB2-B2C4-61361743721C}" type="datetimeFigureOut">
              <a:rPr lang="en-US" smtClean="0"/>
              <a:t>18/06/2025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D90803-1FB6-AE86-D284-74C117970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5C163A-74B5-323B-18EE-2DF3AA5DB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259703-6C32-440F-85AC-F3BD752E9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6513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A832A-E7DD-E778-3C25-1DCAB741D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988D6-A6B5-3391-84CF-A8D6C6E4AF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A449BB-603A-24ED-2594-0A45D35D8C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744D0F-D1A6-C05F-5357-1E9B8494F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2BB71-A338-4CB2-B2C4-61361743721C}" type="datetimeFigureOut">
              <a:rPr lang="en-US" smtClean="0"/>
              <a:t>18/06/2025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058835-CD15-F4EB-4CCC-38A517DE7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EDED52-A456-6C11-BD78-EF4CDAFC0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259703-6C32-440F-85AC-F3BD752E9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466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1E538-D17E-CBBC-25E5-6F63A504F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A4FFCF-BB19-805A-C2B1-304EE393D8E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B6C1D7-EEBE-D184-FF64-AAEFA2159E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99A3C0-2EE3-07B6-D376-B8511EEFB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2BB71-A338-4CB2-B2C4-61361743721C}" type="datetimeFigureOut">
              <a:rPr lang="en-US" smtClean="0"/>
              <a:t>18/06/2025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08B9F9-C1B1-023E-BFF9-15B0123BB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DA7DDD-BF85-C8E5-0B5F-818BAF01D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259703-6C32-440F-85AC-F3BD752E9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1369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AB1D3-2B07-492A-A7D3-8AA6685E0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6C584C-0C91-FD0B-4125-3FC8C3D76D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E2C7E1-178A-25E3-4A6A-69C9B4CB38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2BB71-A338-4CB2-B2C4-61361743721C}" type="datetimeFigureOut">
              <a:rPr lang="en-US" smtClean="0"/>
              <a:t>18/06/2025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7034E1-651C-BB41-A56C-BBFD750E5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3EE548-E982-EB7B-38CC-82150E995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259703-6C32-440F-85AC-F3BD752E9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8290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88B8D61-9296-FD36-3B12-34851ED396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CA885D-9D7A-0618-6FF1-9CF069A38B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735AD-9A32-0F0F-5A5D-4F4F0B47D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2BB71-A338-4CB2-B2C4-61361743721C}" type="datetimeFigureOut">
              <a:rPr lang="en-US" smtClean="0"/>
              <a:t>18/06/2025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C3737C-FB52-94D2-ED52-753929FAB7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7F3794-5A9C-1AE6-B6E1-8116D619E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259703-6C32-440F-85AC-F3BD752E9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6024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FF1759-434F-14D4-FEBB-BC65D45B7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ED8A78-69AC-C467-D5A2-677ED5BD67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CFA397-87CE-23A0-F1D3-82AE129444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42BB71-A338-4CB2-B2C4-61361743721C}" type="datetimeFigureOut">
              <a:rPr lang="en-US" smtClean="0"/>
              <a:t>18/06/2025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669A6-2AB7-3368-F703-45237BBC0A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68C5EA-26DC-EBD6-A08E-A50D3BFDE5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259703-6C32-440F-85AC-F3BD752E9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5803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35DED67-BCFB-7456-A363-BDDC25CEEA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102" y="3158649"/>
            <a:ext cx="5075594" cy="25377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7346064-A739-5D35-35BA-BEE79BDEA70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2415" y="3005594"/>
            <a:ext cx="5277686" cy="3166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7586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9159901-3029-0757-1120-6ADFF22FBD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685" y="1375973"/>
            <a:ext cx="4773442" cy="286406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F7C52C8-573E-1828-62E1-D5BED4CF6A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222" y="1452177"/>
            <a:ext cx="6969652" cy="2787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92863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BD80E05B-5192-C52A-A562-23C463B21B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8943" y="768530"/>
            <a:ext cx="9684689" cy="5119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19033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6F22DBF-22B3-1143-5F00-C2068EA6D1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415" y="656838"/>
            <a:ext cx="8745170" cy="5544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4871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DAE1958C-A29B-23E3-0211-51688110560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7" t="1658" r="1511" b="1697"/>
          <a:stretch/>
        </p:blipFill>
        <p:spPr bwMode="auto">
          <a:xfrm>
            <a:off x="1463039" y="723567"/>
            <a:ext cx="9072439" cy="4778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32812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1E7D99C-8C31-BC9E-1C33-23482DBD9E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4836" y="718759"/>
            <a:ext cx="8802328" cy="5420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1719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</TotalTime>
  <Words>2</Words>
  <Application>Microsoft Office PowerPoint</Application>
  <PresentationFormat>Widescreen</PresentationFormat>
  <Paragraphs>2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Bosch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Dang Kien Tuong (BD/SWD-QTE10)</dc:creator>
  <cp:lastModifiedBy>Dang Kien Tuong (BD/SWD-QTE10)</cp:lastModifiedBy>
  <cp:revision>1</cp:revision>
  <dcterms:created xsi:type="dcterms:W3CDTF">2025-06-16T05:03:36Z</dcterms:created>
  <dcterms:modified xsi:type="dcterms:W3CDTF">2025-06-18T04:10:09Z</dcterms:modified>
</cp:coreProperties>
</file>