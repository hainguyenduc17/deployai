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B4432-DF5B-409F-8BB5-465BBAE20100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3CF18-BEAB-4D03-8822-48653375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8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3CF18-BEAB-4D03-8822-4865337587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D4E9-61F0-92CD-6277-C25C17A41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1683F-9FE6-4705-3A44-9EF538181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957AE-F1B9-1448-FD8B-37BA5216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4FFD-4005-5D0B-CD86-3FE81CA3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9015F-9D1A-9610-5960-BEFC0D64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7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4D6E-E701-6B62-9595-866E72F6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E175-5E49-DFAD-640D-D9F273180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30C33-D0BF-F1BC-6930-303417CE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FC46E-3908-BDA2-5A37-9AC0118F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3E5D6-AD0F-560F-94CB-6180CFD1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8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C895-8713-2FE8-34DB-BCAAE3A6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2464-12AD-0021-3FFD-35B6BA9B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3673-C0B0-FFF9-15C7-307B5FB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320FE-8693-3B5D-6096-D8305CF2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7FAC1-9D9A-FBBE-AA20-B4CF5030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59AC-3F2E-CE9B-6765-95CBFA95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6CAC-8FD9-2660-0244-4A225553D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4F7A5-532A-341E-77B8-46AEBE6D4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A37A0-5259-7543-A015-A45A1E75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46A28-6272-4B12-FB06-4E581E05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756B8-8B01-EC9B-6879-AC0128AB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59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BA32-0BF3-4CB0-E8E6-81713674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75216-71D3-027D-621A-1D438AD9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D8E3D-3B2C-3687-6537-5064DAC59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F343BE-1C96-F64B-BD7F-748AF6100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6502A-3448-B85D-93EA-FB513F0D7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E21FC-CC8A-6D31-9767-BF50F77D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462C4-95D9-76F1-44AE-32333C16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006BC-2227-2762-1B1D-EB28C311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8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12D8-7DD4-AF0D-68A4-F9780C9C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9B82E-51CC-E9BD-793F-14B838E5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19CA4-9E96-1AF9-C6CF-66094C04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B50D9-8320-8EBD-8FAA-FCD98002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5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711E9-1107-B209-1714-EC87F4E2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90803-1FB6-AE86-D284-74C11797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C163A-74B5-323B-18EE-2DF3AA5D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5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832A-E7DD-E778-3C25-1DCAB741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88D6-A6B5-3391-84CF-A8D6C6E4A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449BB-603A-24ED-2594-0A45D35D8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44D0F-D1A6-C05F-5357-1E9B8494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58835-CD15-F4EB-4CCC-38A517DE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DED52-A456-6C11-BD78-EF4CDAFC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6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E538-D17E-CBBC-25E5-6F63A504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4FFCF-BB19-805A-C2B1-304EE393D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6C1D7-EEBE-D184-FF64-AAEFA2159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9A3C0-2EE3-07B6-D376-B8511EEF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8B9F9-C1B1-023E-BFF9-15B0123B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A7DDD-BF85-C8E5-0B5F-818BAF01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3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B1D3-2B07-492A-A7D3-8AA6685E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C584C-0C91-FD0B-4125-3FC8C3D76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2C7E1-178A-25E3-4A6A-69C9B4C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034E1-651C-BB41-A56C-BBFD750E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EE548-E982-EB7B-38CC-82150E99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2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8B8D61-9296-FD36-3B12-34851ED39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A885D-9D7A-0618-6FF1-9CF069A38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735AD-9A32-0F0F-5A5D-4F4F0B47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3737C-FB52-94D2-ED52-753929FA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3794-5A9C-1AE6-B6E1-8116D619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0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F1759-434F-14D4-FEBB-BC65D45B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D8A78-69AC-C467-D5A2-677ED5BD6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A397-87CE-23A0-F1D3-82AE12944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2BB71-A338-4CB2-B2C4-61361743721C}" type="datetimeFigureOut">
              <a:rPr lang="en-US" smtClean="0"/>
              <a:t>30/06/2025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669A6-2AB7-3368-F703-45237BBC0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C5EA-26DC-EBD6-A08E-A50D3BFD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59703-6C32-440F-85AC-F3BD752E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8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E39041-33E0-6BE9-59D6-4127B4E0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80" y="137653"/>
            <a:ext cx="5839640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8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5DED67-BCFB-7456-A363-BDDC25CEE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2" y="3158649"/>
            <a:ext cx="5075594" cy="2537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346064-A739-5D35-35BA-BEE79BDEA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415" y="3005594"/>
            <a:ext cx="5277686" cy="316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59901-3029-0757-1120-6ADFF22FB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85" y="1375973"/>
            <a:ext cx="4773442" cy="2864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C52C8-573E-1828-62E1-D5BED4CF6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222" y="1452177"/>
            <a:ext cx="6969652" cy="278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8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80E05B-5192-C52A-A562-23C463B21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943" y="768530"/>
            <a:ext cx="9684689" cy="511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90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F22DBF-22B3-1143-5F00-C2068EA6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656838"/>
            <a:ext cx="8745170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8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AE1958C-A29B-23E3-0211-516881105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" t="1658" r="1511" b="1697"/>
          <a:stretch/>
        </p:blipFill>
        <p:spPr bwMode="auto">
          <a:xfrm>
            <a:off x="1463039" y="723567"/>
            <a:ext cx="9072439" cy="477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28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7D99C-8C31-BC9E-1C33-23482DBD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718759"/>
            <a:ext cx="8802328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71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</Words>
  <Application>Microsoft Office PowerPoint</Application>
  <PresentationFormat>Widescreen</PresentationFormat>
  <Paragraphs>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Kien Tuong (BD/SWD-QTE10)</dc:creator>
  <cp:lastModifiedBy>Dang Kien Tuong (BD/SWD-QTE10)</cp:lastModifiedBy>
  <cp:revision>2</cp:revision>
  <dcterms:created xsi:type="dcterms:W3CDTF">2025-06-16T05:03:36Z</dcterms:created>
  <dcterms:modified xsi:type="dcterms:W3CDTF">2025-06-30T03:22:18Z</dcterms:modified>
</cp:coreProperties>
</file>